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A79E3-863F-0093-5BBE-83E3182A7D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BIOINFORMATICS PIPELINE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43A068-A502-5FA2-FE2B-AAAAFB2A396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IN-SILICO IDENTIFICATION AND FUNCTIONAL</a:t>
            </a:r>
          </a:p>
          <a:p>
            <a:r>
              <a:rPr lang="en-US" dirty="0"/>
              <a:t>CHARACTERIZATION OF A TARGET</a:t>
            </a:r>
          </a:p>
          <a:p>
            <a:r>
              <a:rPr lang="en-US" dirty="0"/>
              <a:t>GENE/PROTEIN USING SEQUENCE ANALYSIS AND</a:t>
            </a:r>
          </a:p>
          <a:p>
            <a:r>
              <a:rPr lang="en-US" dirty="0"/>
              <a:t>HOMOLOGY-BASED ANNOTATION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4344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F14BB-695D-9D64-E7CA-3297A308A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Biological Sequence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6B5C3-19D0-040E-F9D1-E1A6ED315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563965"/>
            <a:ext cx="9601196" cy="3318936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Go to NCBI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Search for a hypothetical protein sequence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Download its FASTA format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Open the file from downloads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Shift the file to bio python folder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5212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F5916-73E1-BECB-C29D-443FBD4CB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Sequence Quality &amp; Basic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3D205-BB56-AAFD-B9AA-50DA7873C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downloaded FASTA file is then imported to vs code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performed basic sequence quality analysis such as its id , description and length of the sequence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4531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0E4C20-50E9-2B98-EB71-CD6D07B95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362" y="882709"/>
            <a:ext cx="8421275" cy="5092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069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3923E-0CBC-1884-3771-7DBA99AA0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Sequence Filtering &amp;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3DEA6-7AE5-4548-EF7E-44CA367C3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sequence selected is valid to perform further downstream analysis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length of the unknown query protein sequence is  296 amino acids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length is not too short or too long so that it is preferable for analysis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1645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A01E8-B405-5033-022D-BAB44DDAF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Homology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1B642-742C-16C9-3FA1-7B37775458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Blast is performed for query sequence using NCBI to search for similar homologous sequences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blast is operated using NCBIWWW module from bio python library via internet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Blast is successfully performed and a blast file named </a:t>
            </a:r>
            <a:r>
              <a:rPr lang="en-US" dirty="0" err="1"/>
              <a:t>Blast_result.Xml</a:t>
            </a: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1492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5892BF-BE33-75B0-DEFB-69D107B59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020" y="875943"/>
            <a:ext cx="8487960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49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D5DA4A-93EB-8488-816F-02B306897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677" y="1039856"/>
            <a:ext cx="9640645" cy="4778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793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F684D-5417-2B02-8721-112B789A0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Functional Annotation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23C7A-8A26-AE70-60A0-03603753B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By reading Blast file , top highly matched sequences are printed in the output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 total of 50 alignments are obtained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first alignment obtained is the highly matched sequence with the query sequence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length , score and expect of first alignment is printed in the output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alignment sequence printed in the output indicates the match with the query sequence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5215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8E407A-8437-5D36-FAC7-EA997EF6A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258" y="1295102"/>
            <a:ext cx="6325483" cy="426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017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2120B5-CCE0-3DF8-A6E4-F91E73FF6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967" y="1276049"/>
            <a:ext cx="9612066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556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47001-CD80-EA0D-990B-A95F7348D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Biological Interpretation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1B36D-DCBD-6189-93C4-BFFAD36822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Query sequency performs some functions such as </a:t>
            </a:r>
            <a:r>
              <a:rPr lang="en-IN" dirty="0"/>
              <a:t>Stress response and environmental </a:t>
            </a:r>
            <a:r>
              <a:rPr lang="en-IN" dirty="0" err="1"/>
              <a:t>signaling</a:t>
            </a:r>
            <a:r>
              <a:rPr lang="en-IN" dirty="0"/>
              <a:t> , Defence against pathogens and </a:t>
            </a:r>
            <a:r>
              <a:rPr lang="en-US" dirty="0"/>
              <a:t>Signal transduction at the cell surface 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function of query sequence is predicted using the matched sequence function as they both are homologous to each other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alignment sequence printed in the output itself acts as the evidence that supports their claim since the alignment sequence represents the similarity in matched sequence and query sequence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112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CA299-ABAA-DC85-48BF-89BA98B21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C6AAC5-383A-A266-F291-73EBF5132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“I analyzed an unknown biological sequence, validated its quality, identified homologous sequences, and predicted its biological function using computational methods”.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11973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128</TotalTime>
  <Words>330</Words>
  <Application>Microsoft Office PowerPoint</Application>
  <PresentationFormat>Widescreen</PresentationFormat>
  <Paragraphs>34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Garamond</vt:lpstr>
      <vt:lpstr>Wingdings</vt:lpstr>
      <vt:lpstr>Organic</vt:lpstr>
      <vt:lpstr>BIOINFORMATICS PIPELINE PROJECT</vt:lpstr>
      <vt:lpstr>Biological Sequence Selection</vt:lpstr>
      <vt:lpstr>Sequence Quality &amp; Basic Analysis</vt:lpstr>
      <vt:lpstr>PowerPoint Presentation</vt:lpstr>
      <vt:lpstr>Sequence Filtering &amp; Validation</vt:lpstr>
      <vt:lpstr>Homology Search</vt:lpstr>
      <vt:lpstr>PowerPoint Presentation</vt:lpstr>
      <vt:lpstr>PowerPoint Presentation</vt:lpstr>
      <vt:lpstr>Functional Annotation</vt:lpstr>
      <vt:lpstr>PowerPoint Presentation</vt:lpstr>
      <vt:lpstr>PowerPoint Presentation</vt:lpstr>
      <vt:lpstr>Biological Interpretation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</cp:revision>
  <dcterms:created xsi:type="dcterms:W3CDTF">2026-01-31T13:12:01Z</dcterms:created>
  <dcterms:modified xsi:type="dcterms:W3CDTF">2026-01-31T15:43:09Z</dcterms:modified>
</cp:coreProperties>
</file>